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🏆 RAZORPAY BUILDATHON 2026 — TRACK 03: AI REVENUE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RevenueGuardian AI</a:t>
            </a:r>
          </a:p>
          <a:p>
            <a:pPr algn="ctr">
              <a:defRPr sz="2200" b="1">
                <a:solidFill>
                  <a:srgbClr val="6366F1"/>
                </a:solidFill>
              </a:defRPr>
            </a:pPr>
            <a:r>
              <a:t>Autonomous Multi-Engine Revenue Recovery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383280"/>
            <a:ext cx="8899855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 i="1">
                <a:solidFill>
                  <a:srgbClr val="10B981"/>
                </a:solidFill>
              </a:defRPr>
            </a:pPr>
            <a:r>
              <a:t>"Don't just detect lost revenue. Recover it autonomously."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480560"/>
            <a:ext cx="329184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🏛️ RBI 2026 E-Mandate 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480560"/>
            <a:ext cx="329184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🛡️ Java 17 Spring Boot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4480560"/>
            <a:ext cx="329184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🔗 SHA-256 Blockchain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Live App: https://revenue-guardian-ai-peach.vercel.app/   |   API: https://revenue-guardian-ai.onrender.com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$110B Merchant Revenue Leakage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Leakage Points in Digital Commerce: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🛒 Checkout Abandonment: High-intent buyers drop out at payment authorization.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🔄 Subscription Mandate Failures: Card expiry or insufficient funds cause silent churn.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📄 Overdue B2B Invoices: Manual dunning takes 14+ days, harming cash flow.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⚠️ Regulatory Risk: Aggressive retries risk violating RBI consumer protection caps.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Existing Dashboards Fail: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📊 Static Analytics Only: Show graphs that money was lost, but offer 0 automated recovery.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📱 One-Size-Fits-All Spam: Generic emails alienate high-value VIP customers.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📑 Zero Regulatory Safety: No automated checks for RBI 24h pre-debit notices or 2-retry caps.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❓ Unverifiable Audit Logs: Database logs can be altered, lacking financial non-repudiation.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Autonomous Closed-Loop AI Workforce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1. DETECT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Ingests live Razorpay Webhooks &amp; Checkout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554480"/>
            <a:ext cx="33832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2. DIAGNOSE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Groq Llama 3.3 70B classifies failure root cause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54480"/>
            <a:ext cx="33832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3. DECIDE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Selects bounded recovery strategy &amp; discount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4. ACT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Dispatches dynamic links, SMS, &amp; AI Voice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840480"/>
            <a:ext cx="33832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5. RECOVER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Verifies customer payment completion in real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840480"/>
            <a:ext cx="33832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6. BLOCKCHAIN AUDIT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Mints SHA-256 block for tamper-proof auditability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Enterprise Polyglot 3-Tier Microservice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Frontend Tier (Port 3000)  —  React 18 + Vite + TailwindCSS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Interactive Analytics Dashboard, Case Management, Voice Recovery Studio, &amp; SHA-256 Blockchain Explorer.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Agent API Tier (Port 5000)  —  Node.js Express + Groq LLM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Orchestrates Groq Llama 3.3 70B AI Agent, webhook ingestion, MCP protocol tools, and batch simulation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Security Core Tier (Port 8080)  —  Java 17 Spring Boot 3 Microservice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Decoupled security microservice executing HmacSHA256 signature verification, RBI rules, &amp; SHA-256 Blockchain hashing.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NON-REPUDIATION &amp; 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Cryptographic SHA-256 Blockchain Audit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Blockchain for Audit Trails?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🔒 Tamper-Proof Record Keeping: Database records can be modified, but SHA-256 chained blocks cannot be forged.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🔗 Cryptographic Linkage: Every block contains the previous block hash (previousHash), forming an unbroken chain.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✅ 1-Click Verification: Real-time validateChain() endpoint checks 100% of blocks for mathematical integrity.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📜 Financial Non-Repudiation: Gives merchants and regulators undeniable proof of every AI recovery attempt.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Minted Block Structure Sample:</a:t>
            </a:r>
          </a:p>
          <a:p>
            <a:br/>
            <a:pPr>
              <a:defRPr sz="1100">
                <a:solidFill>
                  <a:srgbClr val="38BDF8"/>
                </a:solidFill>
              </a:defRPr>
            </a:pPr>
            <a:r>
              <a:t>{</a:t>
            </a:r>
            <a:br/>
            <a:r>
              <a:t>  "index": 4,</a:t>
            </a:r>
            <a:br/>
            <a:r>
              <a:t>  "timestamp": "2026-08-24T18:14:00Z",</a:t>
            </a:r>
            <a:br/>
            <a:r>
              <a:t>  "eventId": "REV-202602",</a:t>
            </a:r>
            <a:br/>
            <a:r>
              <a:t>  "customerName": "Ananya Nair",</a:t>
            </a:r>
            <a:br/>
            <a:r>
              <a:t>  "action": "Schedule E-Mandate Retry",</a:t>
            </a:r>
            <a:br/>
            <a:r>
              <a:t>  "policyDecision": "PASSED",</a:t>
            </a:r>
            <a:br/>
            <a:r>
              <a:t>  "recoveredAmount": 7368,</a:t>
            </a:r>
            <a:br/>
            <a:r>
              <a:t>  "previousHash": "00a89d76c4e5f612345...",</a:t>
            </a:r>
            <a:br/>
            <a:r>
              <a:t>  "hash": "00f91b82c4d56789a012...",</a:t>
            </a:r>
            <a:br/>
            <a:r>
              <a:t>  "nonce": 108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FINTECH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RBI 2026 E-Mandate Regulatory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24-Hour Pre-Debit Safeguard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Requires 24-hour advance SMS/Email notification prior to executing an automated recurring mandate retry, respecting customer awareness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Max 2 Retry Cap per Cycle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Enforces strict RBI 2-retry cap per billing cycle to protect consumer bank accounts from fee drain and overdraft depletion.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Dual-Factor OTP Threshold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High-value recovery transactions exceeding ₹50,000 require explicit customer 2FA authorization before automated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Automated Opt-Out Check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Halts payment recovery sequences immediately if an e-mandate revocation signal is detected from the customer's bank.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STRATEGIC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RevenueGuardian AI Wins for Razorpay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📈 Gross Merchandise Value (GMV) Expansion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Every rupee recovered directly increases Razorpay's processed volume and transaction fee revenue without incurring ad acquisition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🛡️ Merchant Churn Reduction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Payment failures cause merchants to churn. Providing autonomous recovery as a native Razorpay app makes Razorpay an indispensable growth partner.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🤖 Agentic Payments Ready (MCP Protocol)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Implements the Model Context Protocol (MCP) at /api/mcp/tools, empowering Anthropic Claude, Gemini, and AI agents to execute payments via Razorpay.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RESULTS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Quantifiable Impact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76.8%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Autonomous Recovery Yield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3.8x higher than industry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3.8 Days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Avg Collection Time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73% faster than 14-day dunning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6366F1"/>
                </a:solidFill>
              </a:defRPr>
            </a:pPr>
            <a:r>
              <a:t>₹61.5+ Lakhs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500-Case Simulation Yield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Proven bottom-line revenue saved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0%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Manual Support Required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90% operational cost savings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46888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Thank You!  —  RevenueGuardian AI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Transforming payment processing from a passive pipe into an autonomous revenue protector.</a:t>
            </a:r>
          </a:p>
          <a:p>
            <a:br/>
            <a:pPr>
              <a:defRPr sz="1200">
                <a:solidFill>
                  <a:srgbClr val="38BDF8"/>
                </a:solidFill>
              </a:defRPr>
            </a:pPr>
            <a:r>
              <a:t>• Client App: https://revenue-guardian-ai-peach.vercel.app/</a:t>
            </a:r>
            <a:br/>
            <a:r>
              <a:t>• Server API: https://revenue-guardian-ai.onrender.com/</a:t>
            </a:r>
            <a:br/>
            <a:r>
              <a:t>• GitHub Repository: https://github.com/TJD2004/revenue-guardian-ai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